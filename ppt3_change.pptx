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1" d="100"/>
          <a:sy n="41" d="100"/>
        </p:scale>
        <p:origin x="96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096DA-0ED3-4E38-BAE9-284A808D3189}" type="datetimeFigureOut">
              <a:rPr lang="zh-CN" altLang="en-US" smtClean="0"/>
              <a:t>2018/11/9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4F68F-56F1-4F6E-A444-48C1CABB7D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3790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096DA-0ED3-4E38-BAE9-284A808D3189}" type="datetimeFigureOut">
              <a:rPr lang="zh-CN" altLang="en-US" smtClean="0"/>
              <a:t>2018/11/9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4F68F-56F1-4F6E-A444-48C1CABB7D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21343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096DA-0ED3-4E38-BAE9-284A808D3189}" type="datetimeFigureOut">
              <a:rPr lang="zh-CN" altLang="en-US" smtClean="0"/>
              <a:t>2018/11/9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4F68F-56F1-4F6E-A444-48C1CABB7D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31091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096DA-0ED3-4E38-BAE9-284A808D3189}" type="datetimeFigureOut">
              <a:rPr lang="zh-CN" altLang="en-US" smtClean="0"/>
              <a:t>2018/11/9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4F68F-56F1-4F6E-A444-48C1CABB7D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8533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096DA-0ED3-4E38-BAE9-284A808D3189}" type="datetimeFigureOut">
              <a:rPr lang="zh-CN" altLang="en-US" smtClean="0"/>
              <a:t>2018/11/9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4F68F-56F1-4F6E-A444-48C1CABB7D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23691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096DA-0ED3-4E38-BAE9-284A808D3189}" type="datetimeFigureOut">
              <a:rPr lang="zh-CN" altLang="en-US" smtClean="0"/>
              <a:t>2018/11/9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4F68F-56F1-4F6E-A444-48C1CABB7D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39383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096DA-0ED3-4E38-BAE9-284A808D3189}" type="datetimeFigureOut">
              <a:rPr lang="zh-CN" altLang="en-US" smtClean="0"/>
              <a:t>2018/11/9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4F68F-56F1-4F6E-A444-48C1CABB7D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346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096DA-0ED3-4E38-BAE9-284A808D3189}" type="datetimeFigureOut">
              <a:rPr lang="zh-CN" altLang="en-US" smtClean="0"/>
              <a:t>2018/11/9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4F68F-56F1-4F6E-A444-48C1CABB7D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12937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096DA-0ED3-4E38-BAE9-284A808D3189}" type="datetimeFigureOut">
              <a:rPr lang="zh-CN" altLang="en-US" smtClean="0"/>
              <a:t>2018/11/9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4F68F-56F1-4F6E-A444-48C1CABB7D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4284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096DA-0ED3-4E38-BAE9-284A808D3189}" type="datetimeFigureOut">
              <a:rPr lang="zh-CN" altLang="en-US" smtClean="0"/>
              <a:t>2018/11/9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4F68F-56F1-4F6E-A444-48C1CABB7D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9023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096DA-0ED3-4E38-BAE9-284A808D3189}" type="datetimeFigureOut">
              <a:rPr lang="zh-CN" altLang="en-US" smtClean="0"/>
              <a:t>2018/11/9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4F68F-56F1-4F6E-A444-48C1CABB7D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73438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6"/>
          <p:cNvSpPr>
            <a:spLocks noChangeArrowheads="1"/>
          </p:cNvSpPr>
          <p:nvPr userDrawn="1"/>
        </p:nvSpPr>
        <p:spPr bwMode="auto">
          <a:xfrm>
            <a:off x="44018" y="63144"/>
            <a:ext cx="3905243" cy="328231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143889" tIns="0" rIns="0" bIns="0" anchor="ctr" anchorCtr="0">
            <a:spAutoFit/>
          </a:bodyPr>
          <a:lstStyle/>
          <a:p>
            <a:pPr algn="l"/>
            <a:r>
              <a:rPr lang="en-US" altLang="zh-CN" sz="2133" b="1" dirty="0" smtClean="0">
                <a:solidFill>
                  <a:srgbClr val="1C488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3.4 COM</a:t>
            </a:r>
            <a:r>
              <a:rPr lang="zh-CN" altLang="en-US" sz="2133" b="1" dirty="0" smtClean="0">
                <a:solidFill>
                  <a:srgbClr val="1C488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技术操作</a:t>
            </a:r>
            <a:r>
              <a:rPr lang="en-US" altLang="zh-CN" sz="2133" b="1" dirty="0" smtClean="0">
                <a:solidFill>
                  <a:srgbClr val="1C488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WORD</a:t>
            </a:r>
            <a:r>
              <a:rPr lang="zh-CN" altLang="en-US" sz="2133" b="1" dirty="0" smtClean="0">
                <a:solidFill>
                  <a:srgbClr val="1C488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endParaRPr lang="en-US" altLang="zh-CN" sz="2133" b="1" dirty="0">
              <a:solidFill>
                <a:srgbClr val="1C488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282333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6096DA-0ED3-4E38-BAE9-284A808D3189}" type="datetimeFigureOut">
              <a:rPr lang="zh-CN" altLang="en-US" smtClean="0"/>
              <a:t>2018/11/9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74F68F-56F1-4F6E-A444-48C1CABB7D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0813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3123524" y="409810"/>
            <a:ext cx="7169543" cy="71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9" tIns="34295" rIns="68589" bIns="34295" numCol="1" anchor="ctr" anchorCtr="0" compatLnSpc="1"/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399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399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399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399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399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5pPr>
            <a:lvl6pPr marL="457051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399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6pPr>
            <a:lvl7pPr marL="914103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399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7pPr>
            <a:lvl8pPr marL="1371154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399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8pPr>
            <a:lvl9pPr marL="1828206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399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9pPr>
          </a:lstStyle>
          <a:p>
            <a:pPr defTabSz="914400"/>
            <a:r>
              <a:rPr lang="zh-CN" altLang="en-US" sz="3600" kern="0" dirty="0" smtClean="0"/>
              <a:t>程序添加</a:t>
            </a:r>
            <a:r>
              <a:rPr lang="en-US" altLang="zh-CN" sz="3600" kern="0" dirty="0" smtClean="0"/>
              <a:t>word</a:t>
            </a:r>
            <a:r>
              <a:rPr lang="zh-CN" altLang="en-US" sz="3600" kern="0" dirty="0" smtClean="0"/>
              <a:t>对象引用</a:t>
            </a:r>
            <a:endParaRPr lang="zh-CN" altLang="en-US" sz="3600" kern="0" dirty="0" smtClean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857" y="1357700"/>
            <a:ext cx="4933333" cy="403809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126480" y="1606731"/>
            <a:ext cx="372291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任意项目中，右键引用并点击添加引用</a:t>
            </a:r>
            <a:endParaRPr lang="zh-CN" altLang="en-US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26706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16" y="1255183"/>
            <a:ext cx="7619048" cy="5314286"/>
          </a:xfrm>
          <a:prstGeom prst="rect">
            <a:avLst/>
          </a:prstGeom>
        </p:spPr>
      </p:pic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3123524" y="409810"/>
            <a:ext cx="7169543" cy="71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9" tIns="34295" rIns="68589" bIns="34295" numCol="1" anchor="ctr" anchorCtr="0" compatLnSpc="1"/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399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399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399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399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399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5pPr>
            <a:lvl6pPr marL="457051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399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6pPr>
            <a:lvl7pPr marL="914103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399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7pPr>
            <a:lvl8pPr marL="1371154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399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8pPr>
            <a:lvl9pPr marL="1828206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399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9pPr>
          </a:lstStyle>
          <a:p>
            <a:pPr defTabSz="914400"/>
            <a:r>
              <a:rPr lang="zh-CN" altLang="en-US" sz="3600" kern="0" dirty="0" smtClean="0"/>
              <a:t>程序添加</a:t>
            </a:r>
            <a:r>
              <a:rPr lang="en-US" altLang="zh-CN" sz="3600" kern="0" dirty="0" smtClean="0"/>
              <a:t>word</a:t>
            </a:r>
            <a:r>
              <a:rPr lang="zh-CN" altLang="en-US" sz="3600" kern="0" dirty="0" smtClean="0"/>
              <a:t>对象引用</a:t>
            </a:r>
            <a:endParaRPr lang="zh-CN" altLang="en-US" sz="3600" kern="0" dirty="0" smtClean="0"/>
          </a:p>
        </p:txBody>
      </p:sp>
      <p:sp>
        <p:nvSpPr>
          <p:cNvPr id="4" name="文本框 3"/>
          <p:cNvSpPr txBox="1"/>
          <p:nvPr/>
        </p:nvSpPr>
        <p:spPr>
          <a:xfrm>
            <a:off x="8020594" y="1672046"/>
            <a:ext cx="38143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打开引用管理器，</a:t>
            </a:r>
            <a:r>
              <a:rPr lang="en-US" altLang="zh-CN" sz="1200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COM</a:t>
            </a:r>
            <a:r>
              <a:rPr lang="zh-CN" altLang="en-US" sz="1200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分栏下有各商业引用库，我们可以找到</a:t>
            </a:r>
            <a:endParaRPr lang="zh-CN" altLang="en-US" sz="12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94054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3123524" y="409810"/>
            <a:ext cx="7169543" cy="71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9" tIns="34295" rIns="68589" bIns="34295" numCol="1" anchor="ctr" anchorCtr="0" compatLnSpc="1"/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399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399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399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399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399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5pPr>
            <a:lvl6pPr marL="457051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399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6pPr>
            <a:lvl7pPr marL="914103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399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7pPr>
            <a:lvl8pPr marL="1371154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399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8pPr>
            <a:lvl9pPr marL="1828206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399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9pPr>
          </a:lstStyle>
          <a:p>
            <a:pPr defTabSz="914400"/>
            <a:r>
              <a:rPr lang="zh-CN" altLang="en-US" sz="3600" kern="0" dirty="0" smtClean="0"/>
              <a:t>程序添加</a:t>
            </a:r>
            <a:r>
              <a:rPr lang="en-US" altLang="zh-CN" sz="3600" kern="0" dirty="0" smtClean="0"/>
              <a:t>word</a:t>
            </a:r>
            <a:r>
              <a:rPr lang="zh-CN" altLang="en-US" sz="3600" kern="0" dirty="0" smtClean="0"/>
              <a:t>对象引用</a:t>
            </a:r>
            <a:endParaRPr lang="zh-CN" altLang="en-US" sz="3600" kern="0" dirty="0" smtClean="0"/>
          </a:p>
        </p:txBody>
      </p:sp>
      <p:sp>
        <p:nvSpPr>
          <p:cNvPr id="4" name="文本框 3"/>
          <p:cNvSpPr txBox="1"/>
          <p:nvPr/>
        </p:nvSpPr>
        <p:spPr>
          <a:xfrm>
            <a:off x="7889966" y="1502229"/>
            <a:ext cx="38143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我们可以搜索对应的库，比如</a:t>
            </a:r>
            <a:r>
              <a:rPr lang="en-US" altLang="zh-CN" sz="2000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Word</a:t>
            </a:r>
            <a:r>
              <a:rPr lang="zh-CN" altLang="en-US" sz="2000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Excel</a:t>
            </a:r>
            <a:r>
              <a:rPr lang="zh-CN" altLang="en-US" sz="2000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PowerPoint</a:t>
            </a:r>
            <a:endParaRPr lang="zh-CN" altLang="en-US" sz="20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29057"/>
            <a:ext cx="7619048" cy="5314286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29057"/>
            <a:ext cx="7619048" cy="5314286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8203474" y="2704011"/>
            <a:ext cx="32526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在需要的库前打勾，并点击确定即可添加引用</a:t>
            </a:r>
            <a:endParaRPr lang="zh-CN" altLang="en-US" sz="20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23338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</Words>
  <Application>Microsoft Office PowerPoint</Application>
  <PresentationFormat>宽屏</PresentationFormat>
  <Paragraphs>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8" baseType="lpstr">
      <vt:lpstr>等线</vt:lpstr>
      <vt:lpstr>等线 Light</vt:lpstr>
      <vt:lpstr>微软雅黑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聂 之翔</dc:creator>
  <cp:lastModifiedBy>聂 之翔</cp:lastModifiedBy>
  <cp:revision>1</cp:revision>
  <dcterms:created xsi:type="dcterms:W3CDTF">2018-11-09T03:33:59Z</dcterms:created>
  <dcterms:modified xsi:type="dcterms:W3CDTF">2018-11-09T03:34:24Z</dcterms:modified>
</cp:coreProperties>
</file>