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1" d="100"/>
          <a:sy n="41" d="100"/>
        </p:scale>
        <p:origin x="9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C0FB8-738C-4C1E-9E0D-CBA2642B75B0}" type="datetimeFigureOut">
              <a:rPr lang="zh-CN" altLang="en-US" smtClean="0"/>
              <a:t>2018/11/9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D8150-9AB1-4E71-854D-96F6093D94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248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C0FB8-738C-4C1E-9E0D-CBA2642B75B0}" type="datetimeFigureOut">
              <a:rPr lang="zh-CN" altLang="en-US" smtClean="0"/>
              <a:t>2018/11/9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D8150-9AB1-4E71-854D-96F6093D94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2770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C0FB8-738C-4C1E-9E0D-CBA2642B75B0}" type="datetimeFigureOut">
              <a:rPr lang="zh-CN" altLang="en-US" smtClean="0"/>
              <a:t>2018/11/9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D8150-9AB1-4E71-854D-96F6093D94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352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C0FB8-738C-4C1E-9E0D-CBA2642B75B0}" type="datetimeFigureOut">
              <a:rPr lang="zh-CN" altLang="en-US" smtClean="0"/>
              <a:t>2018/11/9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D8150-9AB1-4E71-854D-96F6093D94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543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C0FB8-738C-4C1E-9E0D-CBA2642B75B0}" type="datetimeFigureOut">
              <a:rPr lang="zh-CN" altLang="en-US" smtClean="0"/>
              <a:t>2018/11/9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D8150-9AB1-4E71-854D-96F6093D94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1731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C0FB8-738C-4C1E-9E0D-CBA2642B75B0}" type="datetimeFigureOut">
              <a:rPr lang="zh-CN" altLang="en-US" smtClean="0"/>
              <a:t>2018/11/9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D8150-9AB1-4E71-854D-96F6093D94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161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C0FB8-738C-4C1E-9E0D-CBA2642B75B0}" type="datetimeFigureOut">
              <a:rPr lang="zh-CN" altLang="en-US" smtClean="0"/>
              <a:t>2018/11/9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D8150-9AB1-4E71-854D-96F6093D94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086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C0FB8-738C-4C1E-9E0D-CBA2642B75B0}" type="datetimeFigureOut">
              <a:rPr lang="zh-CN" altLang="en-US" smtClean="0"/>
              <a:t>2018/11/9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D8150-9AB1-4E71-854D-96F6093D94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0970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C0FB8-738C-4C1E-9E0D-CBA2642B75B0}" type="datetimeFigureOut">
              <a:rPr lang="zh-CN" altLang="en-US" smtClean="0"/>
              <a:t>2018/11/9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D8150-9AB1-4E71-854D-96F6093D94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6449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C0FB8-738C-4C1E-9E0D-CBA2642B75B0}" type="datetimeFigureOut">
              <a:rPr lang="zh-CN" altLang="en-US" smtClean="0"/>
              <a:t>2018/11/9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D8150-9AB1-4E71-854D-96F6093D94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1152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C0FB8-738C-4C1E-9E0D-CBA2642B75B0}" type="datetimeFigureOut">
              <a:rPr lang="zh-CN" altLang="en-US" smtClean="0"/>
              <a:t>2018/11/9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D8150-9AB1-4E71-854D-96F6093D94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684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/>
          <p:cNvSpPr>
            <a:spLocks noChangeArrowheads="1"/>
          </p:cNvSpPr>
          <p:nvPr/>
        </p:nvSpPr>
        <p:spPr bwMode="auto">
          <a:xfrm>
            <a:off x="44019" y="63145"/>
            <a:ext cx="3771235" cy="328231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143889" tIns="0" rIns="0" bIns="0" anchor="ctr" anchorCtr="0">
            <a:spAutoFit/>
          </a:bodyPr>
          <a:lstStyle/>
          <a:p>
            <a:pPr algn="l"/>
            <a:r>
              <a:rPr lang="en-US" altLang="zh-CN" sz="2135" b="1" dirty="0" smtClean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sz="2135" b="1" dirty="0" smtClean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动态链接与静态链接</a:t>
            </a:r>
            <a:endParaRPr lang="en-US" altLang="zh-CN" sz="2135" b="1" dirty="0">
              <a:solidFill>
                <a:srgbClr val="1C48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21983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C0FB8-738C-4C1E-9E0D-CBA2642B75B0}" type="datetimeFigureOut">
              <a:rPr lang="zh-CN" altLang="en-US" smtClean="0"/>
              <a:t>2018/11/9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2D8150-9AB1-4E71-854D-96F6093D94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790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3673502" y="855222"/>
            <a:ext cx="5568950" cy="693737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载入时动态链接</a:t>
            </a:r>
            <a:endParaRPr lang="zh-CN" altLang="en-US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44" y="1548959"/>
            <a:ext cx="2491384" cy="491924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673502" y="1517312"/>
            <a:ext cx="3357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右键项目选择属性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1627312"/>
      </p:ext>
    </p:extLst>
  </p:cSld>
  <p:clrMapOvr>
    <a:masterClrMapping/>
  </p:clrMapOvr>
  <p:transition>
    <p:cov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3673502" y="855222"/>
            <a:ext cx="5568950" cy="693737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载入时动态链接</a:t>
            </a:r>
            <a:endParaRPr lang="zh-CN" altLang="en-US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16" y="1548959"/>
            <a:ext cx="6907371" cy="4885509"/>
          </a:xfrm>
          <a:prstGeom prst="rect">
            <a:avLst/>
          </a:prstGeom>
        </p:spPr>
      </p:pic>
      <p:sp>
        <p:nvSpPr>
          <p:cNvPr id="3" name="椭圆 2"/>
          <p:cNvSpPr/>
          <p:nvPr/>
        </p:nvSpPr>
        <p:spPr>
          <a:xfrm>
            <a:off x="3984171" y="3043645"/>
            <a:ext cx="1332412" cy="261257"/>
          </a:xfrm>
          <a:prstGeom prst="ellipse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200" b="0" i="0" u="none" strike="noStrike" cap="none" normalizeH="0" baseline="0" smtClean="0">
              <a:ln>
                <a:noFill/>
              </a:ln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3984171" y="3892731"/>
            <a:ext cx="1332412" cy="300446"/>
          </a:xfrm>
          <a:prstGeom prst="ellipse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200" b="0" i="0" u="none" strike="noStrike" cap="none" normalizeH="0" baseline="0" smtClean="0">
              <a:ln>
                <a:noFill/>
              </a:ln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27187" y="1548959"/>
            <a:ext cx="3265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设置项目输出为</a:t>
            </a:r>
            <a:r>
              <a:rPr lang="en-US" altLang="zh-CN" sz="2400" dirty="0" err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dll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520343"/>
      </p:ext>
    </p:extLst>
  </p:cSld>
  <p:clrMapOvr>
    <a:masterClrMapping/>
  </p:clrMapOvr>
  <p:transition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3673502" y="855222"/>
            <a:ext cx="5568950" cy="693737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载入时动态链接</a:t>
            </a:r>
            <a:endParaRPr lang="zh-CN" altLang="en-US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16" y="1548959"/>
            <a:ext cx="6907371" cy="4885509"/>
          </a:xfrm>
          <a:prstGeom prst="rect">
            <a:avLst/>
          </a:prstGeom>
        </p:spPr>
      </p:pic>
      <p:sp>
        <p:nvSpPr>
          <p:cNvPr id="3" name="椭圆 2"/>
          <p:cNvSpPr/>
          <p:nvPr/>
        </p:nvSpPr>
        <p:spPr>
          <a:xfrm>
            <a:off x="3984171" y="2590216"/>
            <a:ext cx="1763486" cy="388115"/>
          </a:xfrm>
          <a:prstGeom prst="ellipse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200" b="0" i="0" u="none" strike="noStrike" cap="none" normalizeH="0" baseline="0" smtClean="0">
              <a:ln>
                <a:noFill/>
              </a:ln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315158" y="1548959"/>
            <a:ext cx="32657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这两项影响输出目录，默认输出在</a:t>
            </a:r>
            <a:endParaRPr lang="en-US" altLang="zh-CN" sz="2400" dirty="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解决方案</a:t>
            </a:r>
            <a:r>
              <a:rPr lang="en-US" altLang="zh-CN" sz="24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/debug</a:t>
            </a:r>
          </a:p>
          <a:p>
            <a:pPr algn="ctr"/>
            <a:r>
              <a:rPr lang="zh-CN" altLang="en-US" sz="24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endParaRPr lang="en-US" altLang="zh-CN" sz="2400" dirty="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解决方案</a:t>
            </a:r>
            <a:r>
              <a:rPr lang="en-US" altLang="zh-CN" sz="24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/release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540881"/>
      </p:ext>
    </p:extLst>
  </p:cSld>
  <p:clrMapOvr>
    <a:masterClrMapping/>
  </p:clrMapOvr>
  <p:transition>
    <p:cover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</Words>
  <Application>Microsoft Office PowerPoint</Application>
  <PresentationFormat>宽屏</PresentationFormat>
  <Paragraphs>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Office 主题​​</vt:lpstr>
      <vt:lpstr>载入时动态链接</vt:lpstr>
      <vt:lpstr>载入时动态链接</vt:lpstr>
      <vt:lpstr>载入时动态链接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载入时动态链接</dc:title>
  <dc:creator>聂 之翔</dc:creator>
  <cp:lastModifiedBy>聂 之翔</cp:lastModifiedBy>
  <cp:revision>1</cp:revision>
  <dcterms:created xsi:type="dcterms:W3CDTF">2018-11-09T03:33:22Z</dcterms:created>
  <dcterms:modified xsi:type="dcterms:W3CDTF">2018-11-09T03:33:40Z</dcterms:modified>
</cp:coreProperties>
</file>